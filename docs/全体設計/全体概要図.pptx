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0"/>
  </p:normalViewPr>
  <p:slideViewPr>
    <p:cSldViewPr snapToGrid="0">
      <p:cViewPr varScale="1">
        <p:scale>
          <a:sx n="71" d="100"/>
          <a:sy n="71" d="100"/>
        </p:scale>
        <p:origin x="176" y="2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457CC8-326C-F9F5-1D57-47022D5A5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4FE4DAF-2792-B61E-8893-321946567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F1BF09-0A67-7F9C-A68C-14A0B5BF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58908B-25C9-6282-E9D6-A679078B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19B188-2D9A-CEF6-3F5E-749C92BB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8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D80575-3607-9F0E-1847-5FA1D8F44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BB3F45-68C9-EF7A-1A8F-E2FD9AC95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A4BCE9-9B82-FBEF-B988-DE027C1C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BFBC05-64DD-49BD-A669-BA2D63914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D47BB1-0EFA-24A5-67A0-EB4868502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3514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6D6E74-9238-6962-4FC9-710AA5AC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810907-01EA-9DCA-1154-741A7B206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F5B442-E8F1-7594-3AA2-8E90B2B2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3D7D06-463D-C06E-39C5-C87D16CD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E1F594-0F80-0799-C233-59FDDECA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5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8F9F5B-1E2A-D2A6-2B36-AFA0EAC6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AF4F2E-B353-F6D7-3EB9-B2073F2C5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DA23E4-97FD-1713-0C48-7A382BBB3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262908-4D4D-CB93-5C41-C59D25FC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8185D8-8269-9A96-A680-80ACBDF4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3833ED-77A7-7944-8B61-BEAACA28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01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54652-B731-358E-905B-ED0B3C86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E07176-7E7C-89B1-DDE4-1BC05956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70CE34C-3A95-F58F-D53C-FC113E8B8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5ED69F9-94A5-74A6-CE0B-0CFC457DB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84901C-4692-F8F5-D3E5-EA13113E4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684CE-9582-C38A-3E70-69204D89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9CDBD1E-79B2-40B8-E3A5-540F625C0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D8F5C0-00C1-8B98-D3E4-F84EEE3F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56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0C64CD-C348-045E-7E70-A8F7CA50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5350C8C-141C-5B62-E3E7-D944D53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2D75BFF-A2F2-ECDE-20E5-6424EBA3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D1FDF6-CD19-B906-F957-9B458657B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940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D9A486A-6E01-200F-0AD0-64F8814D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AC5BA1E-A91B-E4F7-529D-9404555C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3C6A7E-2F66-A3B3-453A-3C71403C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02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CAD24-21AB-5E2C-A3FC-1F4CD085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4AE733-7466-9EA9-E899-C731C08B1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04F84A-7362-6B3D-9080-12B75FDC3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265C18-818D-5E01-D9AD-AAA929E1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63F004-36DA-3BA3-EBA6-F9E323AE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989336-FA88-7AA6-5177-2EBADFC18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19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0A5DA8-B103-F408-8941-B6DA02689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015963D-AB80-B0BE-675E-958B68C27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10BBFF-7BF7-1F86-955F-951EE1D51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99D22-710B-87D6-77FB-6E9C3A87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F20247-6007-B645-9D41-B0581FE7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FB481E-F41C-AC9F-EA72-B6A4612C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195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C224DC-3559-0FC5-040E-C8F19CCA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B3B0DD-781F-4111-583F-AC8FC3A9F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4324DF-C0A6-BF99-459A-1C8B7281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5AC47B-6368-15E5-BAD9-FD0F0329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EC1012-2835-6277-9468-A5F8579B3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5429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65D81FC-2679-06BF-7D86-E358F9207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E6CAFC-6065-1308-0434-63ED21D07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5CC78F-BAF8-4C16-F7AA-779B8ABC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2FAA6E-8E74-96EC-FA34-D7A474C5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6F0E60-52BD-72FF-256C-08B291B6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558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0FED33-3A17-25E6-BDE7-2810FE5D3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13956C-FDCD-330F-25B7-8DFB9F204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E8D38-0692-600B-5E3B-2CA97607E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CEFB6-394B-5540-B425-1ED14F444C6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0B82E3-4EE4-A48B-5ED6-507C87B1B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D9837A-F4D1-D702-B405-07B2EB57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DE6A6-1B89-B244-A9C4-A056BF9B60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000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82817-2EAF-844D-91B5-87B5A71A6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672A436-2A4D-3CC4-497E-CF021AE06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132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897906-0767-D09D-6FC2-7E8F95F2D170}"/>
              </a:ext>
            </a:extLst>
          </p:cNvPr>
          <p:cNvSpPr txBox="1"/>
          <p:nvPr/>
        </p:nvSpPr>
        <p:spPr>
          <a:xfrm>
            <a:off x="3639671" y="1308847"/>
            <a:ext cx="3532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また今度頑張る</a:t>
            </a:r>
            <a:r>
              <a:rPr lang="ja-JP" altLang="en-US"/>
              <a:t>。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796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ワイド画面</PresentationFormat>
  <Paragraphs>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Kodai Tsuji</dc:creator>
  <cp:lastModifiedBy>Kodai Tsuji</cp:lastModifiedBy>
  <cp:revision>2</cp:revision>
  <dcterms:created xsi:type="dcterms:W3CDTF">2025-10-27T17:06:46Z</dcterms:created>
  <dcterms:modified xsi:type="dcterms:W3CDTF">2025-10-27T17:11:43Z</dcterms:modified>
</cp:coreProperties>
</file>